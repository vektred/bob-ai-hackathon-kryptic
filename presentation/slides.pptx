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6400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182B3F"/>
                </a:solidFill>
                <a:latin typeface="Aptos"/>
              </a:rPr>
              <a:t>BOB.SYS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205740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D3741"/>
                </a:solidFill>
                <a:latin typeface="Aptos"/>
              </a:rPr>
              <a:t>Missing Person Investigation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2788920"/>
            <a:ext cx="5212080" cy="621792"/>
          </a:xfrm>
          <a:prstGeom prst="roundRect">
            <a:avLst/>
          </a:prstGeom>
          <a:solidFill>
            <a:srgbClr val="E1F7F9"/>
          </a:solidFill>
          <a:ln>
            <a:solidFill>
              <a:srgbClr val="27B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852928"/>
            <a:ext cx="4846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B3F"/>
                </a:solidFill>
                <a:latin typeface="Aptos"/>
              </a:rPr>
              <a:t>From scattered clues → one investigation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4300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17043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B3F"/>
                </a:solidFill>
                <a:latin typeface="Aptos"/>
              </a:rPr>
              <a:t>CCTV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4884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217627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B3F"/>
                </a:solidFill>
                <a:latin typeface="Aptos"/>
              </a:rPr>
              <a:t>Phone Tip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15468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318211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B3F"/>
                </a:solidFill>
                <a:latin typeface="Aptos"/>
              </a:rPr>
              <a:t>Sighting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16052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418795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B3F"/>
                </a:solidFill>
                <a:latin typeface="Aptos"/>
              </a:rPr>
              <a:t>Social Media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423160"/>
            <a:ext cx="1600200" cy="1005840"/>
          </a:xfrm>
          <a:prstGeom prst="round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21240" y="260604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BOB.SYS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926080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1F7F9"/>
                </a:solidFill>
                <a:latin typeface="Aptos"/>
              </a:rPr>
              <a:t>ONE CASE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1389888"/>
            <a:ext cx="411480" cy="1517904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2395728"/>
            <a:ext cx="411480" cy="512064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418320" y="2907792"/>
            <a:ext cx="411480" cy="493776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18320" y="2907792"/>
            <a:ext cx="411480" cy="1499616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82B3F"/>
                </a:solidFill>
                <a:latin typeface="Aptos"/>
              </a:rPr>
              <a:t>The problem is not a lack of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It is that the information is scattered.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D3741"/>
                </a:solidFill>
                <a:latin typeface="Aptos"/>
              </a:rPr>
              <a:t>A missing-person case can quickly produce clues from different places: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123444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295144"/>
            <a:ext cx="47091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01  Family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70632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Basic case and last-known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14884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2148840"/>
            <a:ext cx="73152" cy="123444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2295144"/>
            <a:ext cx="47091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02  CCTV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2770632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Possible sightings and movement clues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234440"/>
          </a:xfrm>
          <a:prstGeom prst="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803904"/>
            <a:ext cx="47091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03  Phone / field tips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79392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Reports coming from different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65760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3657600"/>
            <a:ext cx="73152" cy="1234440"/>
          </a:xfrm>
          <a:prstGeom prst="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3803904"/>
            <a:ext cx="47091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04  Social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4279392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Public activity that may become relevant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2B3F"/>
                </a:solidFill>
                <a:latin typeface="Aptos"/>
              </a:rPr>
              <a:t>The investigator still has to connect the dots.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7B2C2"/>
                </a:solidFill>
                <a:latin typeface="Aptos"/>
              </a:rPr>
              <a:t>That is where BOB.SYS starts.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82B3F"/>
                </a:solidFill>
                <a:latin typeface="Aptos"/>
              </a:rPr>
              <a:t>Our idea: one workspace for the whole case.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BOB.SYS brings investigation activities together instead of making the investigator jump between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828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B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16093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2B3F"/>
                </a:solidFill>
                <a:latin typeface="Aptos"/>
              </a:rPr>
              <a:t>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Case report
+ intelligence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852928"/>
            <a:ext cx="411480" cy="0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148840"/>
            <a:ext cx="1828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0088" y="2395728"/>
            <a:ext cx="16093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2B3F"/>
                </a:solidFill>
                <a:latin typeface="Aptos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614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Timeline
+ case logs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852928"/>
            <a:ext cx="411480" cy="0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2148840"/>
            <a:ext cx="1828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0368" y="2395728"/>
            <a:ext cx="16093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2B3F"/>
                </a:solidFill>
                <a:latin typeface="Aptos"/>
              </a:rPr>
              <a:t>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7614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Map
+ locations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2852928"/>
            <a:ext cx="411480" cy="0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2148840"/>
            <a:ext cx="1828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0648" y="2395728"/>
            <a:ext cx="16093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2B3F"/>
                </a:solidFill>
                <a:latin typeface="Aptos"/>
              </a:rPr>
              <a:t>Correlate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7614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AI-assisted
patterns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89720" y="2852928"/>
            <a:ext cx="411480" cy="0"/>
          </a:xfrm>
          <a:prstGeom prst="line">
            <a:avLst/>
          </a:prstGeom>
          <a:ln w="25400">
            <a:solidFill>
              <a:srgbClr val="27B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0" y="2148840"/>
            <a:ext cx="1828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B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2395728"/>
            <a:ext cx="16093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82B3F"/>
                </a:solidFill>
                <a:latin typeface="Aptos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761488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Leads
+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54880"/>
            <a:ext cx="9418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82B3F"/>
                </a:solidFill>
                <a:latin typeface="Aptos"/>
              </a:rPr>
              <a:t>The output is a clearer, structured picture of the case.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48640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F6C78"/>
                </a:solidFill>
                <a:latin typeface="Aptos"/>
              </a:rPr>
              <a:t>AI assists the investigator; it does not replace human judgment.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82B3F"/>
                </a:solidFill>
                <a:latin typeface="Aptos"/>
              </a:rPr>
              <a:t>What the investigator sees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1790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1490472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B3F"/>
                </a:solidFill>
                <a:latin typeface="Aptos"/>
              </a:rPr>
              <a:t>Case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856231"/>
            <a:ext cx="4279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One place for the missing-person case, key events and intelligence logs.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953512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B3F"/>
                </a:solidFill>
                <a:latin typeface="Aptos"/>
              </a:rPr>
              <a:t>Map the clues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19272"/>
            <a:ext cx="4279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Last-known location, sightings and search areas can be viewed geographically.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43983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416552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B3F"/>
                </a:solidFill>
                <a:latin typeface="Aptos"/>
              </a:rPr>
              <a:t>AI-assisted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782312"/>
            <a:ext cx="4279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Patterns can be correlated to produce leads for human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4754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73152" cy="434340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563624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B3F"/>
                </a:solidFill>
                <a:latin typeface="Aptos"/>
              </a:rPr>
              <a:t>Simple investigation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039112"/>
            <a:ext cx="4389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CASE
Missing person
TIMELINE
• Last known location
• New sighting
• Field report
MAP
• Locations
• Search radius
• Possible movement pattern
LEADS
• Priority for review
• Source +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82B3F"/>
                </a:solidFill>
                <a:latin typeface="Aptos"/>
              </a:rPr>
              <a:t>What we built in the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demo focuses on the workflow — not on pretending we already have government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160020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Case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Create and manage a missing-person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3152" cy="1600200"/>
          </a:xfrm>
          <a:prstGeom prst="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70078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Intelligence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176272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Record clues with time, location and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73152" cy="160020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170078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Geospatial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176272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See clues and search areas on a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520439"/>
            <a:ext cx="73152" cy="160020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66674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AI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42231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Generate human-reviewable prioritized leads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20439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520439"/>
            <a:ext cx="73152" cy="1600200"/>
          </a:xfrm>
          <a:prstGeom prst="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366674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FIR + poster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142231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Turn case information into useful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520439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3520439"/>
            <a:ext cx="73152" cy="160020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22208" y="3666744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B3F"/>
                </a:solidFill>
                <a:latin typeface="Aptos"/>
              </a:rPr>
              <a:t>Emergency directory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142231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Keep key operational resources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64B4B"/>
                </a:solidFill>
                <a:latin typeface="Aptos"/>
              </a:rPr>
              <a:t>Demo data is simulated/sample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82B3F"/>
                </a:solidFill>
                <a:latin typeface="Aptos"/>
              </a:rPr>
              <a:t>Where this can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Real-world integrations would require authorization, APIs and institutional access.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17320"/>
            <a:ext cx="320040" cy="32004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08176"/>
            <a:ext cx="320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B3F"/>
                </a:solidFill>
                <a:latin typeface="Aptos"/>
              </a:rPr>
              <a:t>Authorized government CCTV feeds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320040" cy="32004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31136"/>
            <a:ext cx="320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B3F"/>
                </a:solidFill>
                <a:latin typeface="Aptos"/>
              </a:rPr>
              <a:t>Road / traffic camera systems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63240"/>
            <a:ext cx="320040" cy="32004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54096"/>
            <a:ext cx="320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1752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B3F"/>
                </a:solidFill>
                <a:latin typeface="Aptos"/>
              </a:rPr>
              <a:t>Public transport / railway surveillance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86200"/>
            <a:ext cx="320040" cy="32004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77056"/>
            <a:ext cx="320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4048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B3F"/>
                </a:solidFill>
                <a:latin typeface="Aptos"/>
              </a:rPr>
              <a:t>Authorized social-media 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09160"/>
            <a:ext cx="320040" cy="320040"/>
          </a:xfrm>
          <a:prstGeom prst="ellipse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00016"/>
            <a:ext cx="320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6344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B3F"/>
                </a:solidFill>
                <a:latin typeface="Aptos"/>
              </a:rPr>
              <a:t>Missing-person &amp; police case-management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063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325880"/>
            <a:ext cx="73152" cy="4160520"/>
          </a:xfrm>
          <a:prstGeom prst="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8" y="1472184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B3F"/>
                </a:solidFill>
                <a:latin typeface="Aptos"/>
              </a:rPr>
              <a:t>The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47672"/>
            <a:ext cx="2697480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3741"/>
                </a:solidFill>
                <a:latin typeface="Aptos"/>
              </a:rPr>
              <a:t>More data should not mean more confusion.
The goal is to bring authorized intelligence into one place and make it easier to understand, verify and act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82B3F"/>
                </a:solidFill>
                <a:latin typeface="Aptos"/>
              </a:rPr>
              <a:t>A missing-person case starts with fragments.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D3741"/>
                </a:solidFill>
                <a:latin typeface="Aptos"/>
              </a:rPr>
              <a:t>BOB.SYS turns those fragments into one investigation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2103120" cy="685800"/>
          </a:xfrm>
          <a:prstGeom prst="roundRect">
            <a:avLst/>
          </a:prstGeom>
          <a:solidFill>
            <a:srgbClr val="27B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85292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0088" y="2743200"/>
            <a:ext cx="2103120" cy="685800"/>
          </a:xfrm>
          <a:prstGeom prst="roundRect">
            <a:avLst/>
          </a:prstGeom>
          <a:solidFill>
            <a:srgbClr val="18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8" y="285292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2743200"/>
            <a:ext cx="2103120" cy="685800"/>
          </a:xfrm>
          <a:prstGeom prst="round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94376" y="285292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VISUALIZE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8664" y="2743200"/>
            <a:ext cx="2103120" cy="685800"/>
          </a:xfrm>
          <a:prstGeom prst="roundRect">
            <a:avLst/>
          </a:prstGeom>
          <a:solidFill>
            <a:srgbClr val="EBB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98664" y="2852928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CORRELATE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2952" y="2743200"/>
            <a:ext cx="1600200" cy="685800"/>
          </a:xfrm>
          <a:prstGeom prst="round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02952" y="2852928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82B3F"/>
                </a:solidFill>
                <a:latin typeface="Aptos"/>
              </a:rPr>
              <a:t>BOB.SYS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C78"/>
                </a:solidFill>
                <a:latin typeface="Aptos"/>
              </a:rPr>
              <a:t>Missing Person Investigation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7B2C2"/>
                </a:solidFill>
                <a:latin typeface="Aptos"/>
              </a:rPr>
              <a:t>Thank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C78"/>
                </a:solidFill>
                <a:latin typeface="Aptos"/>
              </a:rPr>
              <a:t>BOB.SYS  •  Missing Person Investigation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C78"/>
                </a:solidFill>
                <a:latin typeface="Aptos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535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r.9785856@outlook.com</cp:lastModifiedBy>
  <cp:revision>1</cp:revision>
  <dcterms:created xsi:type="dcterms:W3CDTF">2013-01-27T09:14:16Z</dcterms:created>
  <dcterms:modified xsi:type="dcterms:W3CDTF">2026-09-28T10:46:16Z</dcterms:modified>
  <cp:category/>
</cp:coreProperties>
</file>